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692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509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224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53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541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080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58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092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05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149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806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7301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78" r:id="rId6"/>
    <p:sldLayoutId id="2147483674" r:id="rId7"/>
    <p:sldLayoutId id="2147483675" r:id="rId8"/>
    <p:sldLayoutId id="2147483676" r:id="rId9"/>
    <p:sldLayoutId id="2147483677" r:id="rId10"/>
    <p:sldLayoutId id="214748367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3A4A36-E879-DAAC-1F90-CE44C9656A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FOREIGN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EXChANGE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IMPORT COST ANALYSIS</a:t>
            </a:r>
            <a:b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MADSC301 — Business Intelligence Term 3 — AY 2025/26 </a:t>
            </a:r>
            <a:b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Final Assignment</a:t>
            </a:r>
            <a:b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Lecturer: Hachem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Sfar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AE5AD3-B855-827A-5377-249F4DB54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4857857" cy="1005657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Winnie Wambui Nduati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Student ID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 25058904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5DA0899-8407-9614-59BD-343D4828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025" r="25720" b="-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0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33B97-8C57-EE96-4D13-F1DE8C6F6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SYSTEM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D7D7D-11D3-7990-1336-569E43837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ExchangeRate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API </a:t>
            </a:r>
          </a:p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       ↓</a:t>
            </a:r>
          </a:p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Python ETL Script</a:t>
            </a:r>
          </a:p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      ↓</a:t>
            </a:r>
          </a:p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PostgreSQL Database</a:t>
            </a:r>
          </a:p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      ↓</a:t>
            </a:r>
          </a:p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Power BI Dashboard</a:t>
            </a:r>
          </a:p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      ↓</a:t>
            </a:r>
          </a:p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Procurement Decision Making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3EC7EE-07E7-288F-7CFF-7CC2EE2B84AD}"/>
              </a:ext>
            </a:extLst>
          </p:cNvPr>
          <p:cNvSpPr txBox="1"/>
          <p:nvPr/>
        </p:nvSpPr>
        <p:spPr>
          <a:xfrm>
            <a:off x="5169310" y="2221992"/>
            <a:ext cx="57506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Exchange rates are automatically extracted from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ExchangeRate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API, transformed using Python, stored 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visualized through Power BI dashboards. </a:t>
            </a:r>
          </a:p>
        </p:txBody>
      </p:sp>
    </p:spTree>
    <p:extLst>
      <p:ext uri="{BB962C8B-B14F-4D97-AF65-F5344CB8AC3E}">
        <p14:creationId xmlns:p14="http://schemas.microsoft.com/office/powerpoint/2010/main" val="1947264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86726-81E6-8EC3-78E4-13F7400AC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FLOW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4154A-C3C7-E7B2-725B-6F9445D66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Extract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- Source data from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ExchangeRate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API using a unique API Key.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↓</a:t>
            </a:r>
          </a:p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Transform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- Involves currency filtering, timestamp creation and data validation. 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↓</a:t>
            </a:r>
          </a:p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Load-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Clean data is loaded to a PostgreSQL table.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↓</a:t>
            </a:r>
          </a:p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Visualize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- Power BI creates visuals. 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This project follows a standard ETL architecture common in Business Intelligence systems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65129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99496F-C16D-1C09-313B-A81DFC221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399"/>
            <a:ext cx="5239272" cy="1621147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DASHBOARD INSIGHTS</a:t>
            </a:r>
          </a:p>
        </p:txBody>
      </p:sp>
      <p:cxnSp>
        <p:nvCxnSpPr>
          <p:cNvPr id="14" name="Straight Connector 1">
            <a:extLst>
              <a:ext uri="{FF2B5EF4-FFF2-40B4-BE49-F238E27FC236}">
                <a16:creationId xmlns:a16="http://schemas.microsoft.com/office/drawing/2014/main" id="{7D3DF08D-8EDA-0FB3-59D9-B692F2ADD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481DDC-B1D1-242F-A700-13A34CA8D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05" y="2098624"/>
            <a:ext cx="5896471" cy="406443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C0CE3A0-081C-7F2D-3B4A-57F8F0F7E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176" y="914399"/>
            <a:ext cx="5138688" cy="5248657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Based on this exchange rate analysis, the company’s procurement division should schedule payments during periods of stronger EUR purchasing power.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dashboard allows for continuous monitoring of the four currencies used; USD, GBP, CNY, and KES. </a:t>
            </a:r>
          </a:p>
        </p:txBody>
      </p:sp>
    </p:spTree>
    <p:extLst>
      <p:ext uri="{BB962C8B-B14F-4D97-AF65-F5344CB8AC3E}">
        <p14:creationId xmlns:p14="http://schemas.microsoft.com/office/powerpoint/2010/main" val="379643040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29</TotalTime>
  <Words>190</Words>
  <Application>Microsoft Office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Calisto MT</vt:lpstr>
      <vt:lpstr>Univers Condensed</vt:lpstr>
      <vt:lpstr>ChronicleVTI</vt:lpstr>
      <vt:lpstr>FOREIGN EXChANGE IMPORT COST ANALYSIS  MADSC301 — Business Intelligence Term 3 — AY 2025/26   Final Assignment  Lecturer: Hachem Sfar  </vt:lpstr>
      <vt:lpstr>SYSTEM OVERVIEW </vt:lpstr>
      <vt:lpstr>DATA FLOW </vt:lpstr>
      <vt:lpstr>DASHBOARD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Winnie Nduati</dc:creator>
  <cp:lastModifiedBy>Winnie Nduati</cp:lastModifiedBy>
  <cp:revision>1</cp:revision>
  <dcterms:created xsi:type="dcterms:W3CDTF">2026-06-23T11:59:49Z</dcterms:created>
  <dcterms:modified xsi:type="dcterms:W3CDTF">2026-06-23T12:28:59Z</dcterms:modified>
</cp:coreProperties>
</file>